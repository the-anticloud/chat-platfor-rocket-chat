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ROCKET_CHAT | Category: CHAT_PLATFORMS</a:t>
            </a:r>
          </a:p>
          <a:p>
            <a:r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Self-hosted Slack alternative without data egress. Cloud-hosted alternatives leak data by architecture; Anticloud FZ LLE delivers ROCKET_CHAT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ROCKET_CHAT (https://github.com/RocketChat/Rocket.Chat,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CHAT_PLATFORMS;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