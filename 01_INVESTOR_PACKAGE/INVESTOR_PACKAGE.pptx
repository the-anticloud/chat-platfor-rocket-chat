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ROCKET_CHAT (CHAT_PLATFORMS)</a:t>
            </a:r>
          </a:p>
          <a:p>
            <a:r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ROCKET_CHAT is an Anticloud FZ LLE integration of Self-hosted Slack alternative,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CHAT_PLATFORMS.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