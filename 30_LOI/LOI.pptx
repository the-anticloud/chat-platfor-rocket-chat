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ROCKET_CHAT | Category: CHAT_PLATFORMS</a:t>
            </a:r>
          </a:p>
          <a:p>
            <a:r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ROCKET_CHAT (Self-hosted Slack alternative),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